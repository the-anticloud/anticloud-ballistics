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BALLISTICS (ARTILLERY_MANUFACTURING)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BALLISTICS is an Anticloud FZ LLE integration of Simple ballistic trajectory in C,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ARTILLERY_MANUFACTURING.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