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https://github.com/ericfischer/ballistics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users for the Anticloud integration of BALLISTICS.</a:t>
            </a:r>
          </a:p>
          <a:p>
            <a:r>
              <a:rPr sz="1000">
                <a:solidFill>
                  <a:srgbClr val="222222"/>
                </a:solidFill>
              </a:rPr>
              <a:t>Simple ballistic trajectory in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