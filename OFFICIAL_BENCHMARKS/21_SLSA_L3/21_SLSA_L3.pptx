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21 Slsa L3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2026-10-02T09:26:17.699407Z | Framework ID: 21_SLSA_L3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SLSA v1.0 (OpenSSF, 2023)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L1: exists; L2: hosted build; L3: hardened build; source provenance tracked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SLSA Level 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SingleBinary.generate_build_manifest() with SHA3-256 source hash satisfies SLSA L3 build provenance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f6e64e236f416288eb8c6f3029988ae13baa11485a65504d8805fc2f3a24aab7</a:t>
            </a:r>
          </a:p>
          <a:p>
            <a:r>
              <a:rPr sz="1000">
                <a:solidFill>
                  <a:srgbClr val="222222"/>
                </a:solidFill>
              </a:rPr>
              <a:t>  SHA3-256 (chain) | 4c8a4a2fb1137af83f794ae28324be1e474cd27ce3f20984aaf28c673d132eba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2026-10-02T09:26:17.699407Z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